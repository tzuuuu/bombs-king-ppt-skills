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f7a7b5e1ee48db" /><Relationship Type="http://schemas.openxmlformats.org/officeDocument/2006/relationships/extended-properties" Target="/docProps/app.xml" Id="R94fa5ff4ab774a14" /><Relationship Type="http://schemas.openxmlformats.org/officeDocument/2006/relationships/officeDocument" Target="/ppt/presentation.xml" Id="R1ad3c010f57949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c4578f0b9a4c99"/>
  </p:sldMasterIdLst>
  <p:notesMasterIdLst>
    <p:notesMasterId xmlns:r="http://schemas.openxmlformats.org/officeDocument/2006/relationships" r:id="R87fffa2b8a9a4479"/>
  </p:notesMasterIdLst>
  <p:sldIdLst>
    <p:sldId xmlns:r="http://schemas.openxmlformats.org/officeDocument/2006/relationships" id="256" r:id="Ra6b9ba9252ae42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c58205fa314cc1" /><Relationship Type="http://schemas.openxmlformats.org/officeDocument/2006/relationships/slideMaster" Target="/ppt/slideMasters/slideMaster1.xml" Id="R69c4578f0b9a4c99" /><Relationship Type="http://schemas.openxmlformats.org/officeDocument/2006/relationships/notesMaster" Target="/ppt/notesMasters/notesMaster1.xml" Id="R87fffa2b8a9a4479" /><Relationship Type="http://schemas.openxmlformats.org/officeDocument/2006/relationships/presProps" Target="/ppt/presProps.xml" Id="R93f13f31f0884f50" /><Relationship Type="http://schemas.openxmlformats.org/officeDocument/2006/relationships/tableStyles" Target="/ppt/tableStyles.xml" Id="R0d6c498213204a10" /><Relationship Type="http://schemas.openxmlformats.org/officeDocument/2006/relationships/slide" Target="/ppt/slides/slide1.xml" Id="Ra6b9ba9252ae42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7929f136d047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13a2b26cba44f1" /><Relationship Type="http://schemas.openxmlformats.org/officeDocument/2006/relationships/notesMaster" Target="/ppt/notesMasters/notesMaster1.xml" Id="R5fad634dbc724b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SPEAKER_NOTES_MUST_NOT_APPEAR_9F3A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b347df858e41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1ea3361b1e473d" /><Relationship Type="http://schemas.openxmlformats.org/officeDocument/2006/relationships/slideLayout" Target="/ppt/slideLayouts/slideLayout1.xml" Id="R3c773342cd344a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773342cd344a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c020e00e5477f" /><Relationship Type="http://schemas.openxmlformats.org/officeDocument/2006/relationships/notesSlide" Target="/ppt/notesSlides/notesSlide1.xml" Id="Ra057eb55a9c941d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EE52D622-AEDD-4AA4-91E6-E2748D4C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Native render</a:t>
            </a:r>
          </a:p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br/>
          </a:p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smoke test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AF6EDCE4-98D0-4DBF-884D-E13A55D7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MICROSOFT POWERPOINT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1E7408D-767F-4B12-9AE1-A75ABF2A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SLIDE / NO NOTES</a:t>
            </a:r>
          </a:p>
        </p:txBody>
      </p:sp>
    </p:spTree>
    <p:extLst>
      <p:ext uri="{BB962C8B-B14F-4D97-AF65-F5344CB8AC3E}">
        <p14:creationId xmlns:p14="http://schemas.microsoft.com/office/powerpoint/2010/main" val="17248894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2026-08-01T04:23:15.8200000Z</dcterms:created>
  <dcterms:modified xsi:type="dcterms:W3CDTF">2026-08-01T04:23:15.8200000Z</dcterms:modified>
</coreProperties>
</file>